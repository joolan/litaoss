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120.0</c:v>
                </c:pt>
                <c:pt idx="1">
                  <c:v>150.0</c:v>
                </c:pt>
                <c:pt idx="2">
                  <c:v>110.0</c:v>
                </c:pt>
                <c:pt idx="3">
                  <c:v>170.0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80.0</c:v>
                </c:pt>
                <c:pt idx="1">
                  <c:v>90.0</c:v>
                </c:pt>
                <c:pt idx="2">
                  <c:v>95.0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LitAOSS PPTX Preview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Zero-knowledge storage / slide rendering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Points and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item</a:t>
            </a:r>
          </a:p>
          <a:p>
            <a:pPr lvl="1"/>
            <a:r>
              <a:t>Second bullet with chinese: 中文内容测试</a:t>
            </a:r>
          </a:p>
          <a:p>
            <a:r>
              <a:t>Third bullet number 42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84048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Slide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Slide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 Rectangle</a:t>
            </a:r>
          </a:p>
        </p:txBody>
      </p:sp>
      <p:sp>
        <p:nvSpPr>
          <p:cNvPr id="4" name="Oval 3"/>
          <p:cNvSpPr/>
          <p:nvPr/>
        </p:nvSpPr>
        <p:spPr>
          <a:xfrm>
            <a:off x="4389120" y="1828800"/>
            <a:ext cx="22860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2286000" y="3840480"/>
            <a:ext cx="27432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